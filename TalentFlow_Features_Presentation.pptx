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6366F1"/>
                </a:solidFill>
              </a:defRPr>
            </a:pPr>
            <a:r>
              <a:t>TalentFlow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1F5F9"/>
                </a:solidFill>
              </a:defRPr>
            </a:pPr>
            <a:r>
              <a:t>AI-Powered Recruitment Command Center</a:t>
            </a:r>
            <a:br/>
            <a:r>
              <a:t>Automating Resume Parsing, Matching &amp; Interviewing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The Recruiting Bottleneck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Why Traditional Hiring Workflows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Manual Sourcing: Hours spent copying candidate data from PDFs into databases.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Inboxes Scattered: Resumes get lost in chaotic Gmail and Outlook folders.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Subjective Screening: Human bias, inconsistent rubrics, and high fatigue.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Disconnected Prep: Inefficient, non-standardized technical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Introducing TalentFlow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Next-Generation Sourcing, Parsing, and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24/7 Sourcing Agent: Runs in the background, polling email inboxes for resumes.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Multi-LLM Integration: Powered by OpenAI, Gemini, Claude, Ollama, and Grok.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Interactive Pipeline: Manage candidates via a unified Kanban command center.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Standardized Evaluation: Objective scoring models aligned strictly with JDs.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Platform Architecture &amp; Stack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Core Technologies Powering TalentFlow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Frontend: React.js with modern Glassmorphic Tailwind CSS UI.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Backend: Node.js (Express.js) handling REST APIs and async tasks.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Database: Light, high-performance JSON-based document store.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AI Layer: OpenRouter &amp; native client wrappers with robust retry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1: Multi-Provider AI Engine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Flexibility to Choose the Best AI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Model Variety: Swap between Grok 4.5, Gemini 2.0/2.5, GPT-4o, and Claude.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Local AI: Connects to local Ollama endpoints (Llama 3, Qwen) for absolute privacy.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Intelligent Failover: Automatic token-limit detection with token compression.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Settings Panel: Easily configure, test, and save provider API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2: Automated Email Polling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Sourcing Directly from Your Inbox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Dual Pollers: Integrates directly with Google Gmail API and Microsoft Graph (Outlook).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Automated Extraction: Detects incoming emails, reads attachments, and extracts resumes.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Smart Dismissal: Cleanly dismiss unwanted emails to avoid queue clutter.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Interactive Inbox: View details and parse emails directly inside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3: Resume Parsing &amp; Extraction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Structured Data from Unstructured PDFs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Deep Extraction: Captures name, email, phone, skills, education, and experience.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Project Parsing: Details project architectures, tools, and technical roles.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OCR Fallback: Integrated Python OCR scanner for image-only or scanned resumes.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Raw Text Viewer: Switch between original PDF rendering and extracted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4: Ingestion Tracker &amp; Upload Logs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Real-time Monitoring of Ingestion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Bulk PDF Upload: Drag and drop batches of resumes for parallel processing.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Live Progress Tracker: Real-time progress bars showing parsing and scoring states.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Ingestion Logs: Comprehensive log of successful parses and file failures.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Error Auditing: Clear display of API errors (e.g., credit limits, network timeout).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5: Dynamic Match Scoring &amp; Ranking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Finding the Top Candidates Instantly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Job Compatibility: AI checks skills and experience against Job Descriptions.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Dual Score Modes: 'Match According to JD' vs. 'General Own Category Score'.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Instant Sorting: Instantly ranks all pipeline candidates by highest compatibility.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Smart Badges: Color-coded scores show strong matches vs. weak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6: Visual Kanban Pipeline Board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Intuitive Drag-and-Drop Workflow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Kanban Stages: Inbox ➔ Shortlisted ➔ Technical Interview ➔ Offered ➔ Rejected.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Drag-and-Drop: Simple cards that update stage and logs instantly upon moving.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KPI Integration: Real-time counts on total candidates, average score, and status.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Stunning Aesthetics: Glassmorphic theme supporting responsive Light &amp; Dark modes.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7: AI Interview Question Bank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Personalized Screening and Deep-Dive Technical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Resume Verification: Generates questions verifying candidates' claimed skills.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Architecture Queries: Deep questions testing candidates' projects and frameworks.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Behavioral &amp; Leadership: Customized scenarios checking teamwork/leadership.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Increasing Difficulty: Categories organized from easy screening to hard scenario.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8: RAG Semantic Search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Conversational Candidate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Natural Language Queries: Ask 'Find developers with python and docker experience'.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Semantic Retrieval: Uses embeddings to search meaning, not just exact keywords.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Interactive Sources: Shows search results with match details and fast preview links.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Fast Filtering: Narrow down thousands of candidates in milliseconds.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9: Duplicate Candidate Resolution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Clean Data Management for Automated 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Upload Safety: Automatically checks if the candidate is already in the database.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Four Action Options: Overwrite info, delete &amp; import new, delete only, or cancel.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Clean Profiles: Keeps pipeline neat by preventing candidate duplicates.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Visual Prompts: Real-time modal choices for manual resolutions.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Feature 10: Integrated Communication Center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Direct Outreach from the Recruiting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Direct Email Client: Send emails directly from the Candidate Details panel.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AI Template Generator: Automatically drafts customized offer/interview emails.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Outbox Status Tracker: Logs outgoing correspondence and dates on the candidate profile.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Seamless Integration: Connects with your local SMTP or configured mail client.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Conclusion: The TalentFlow Advantage</a:t>
            </a:r>
          </a:p>
          <a:p>
            <a:pPr>
              <a:spcBef>
                <a:spcPts val="500"/>
              </a:spcBef>
              <a:defRPr sz="1800">
                <a:solidFill>
                  <a:srgbClr val="6366F1"/>
                </a:solidFill>
              </a:defRPr>
            </a:pPr>
            <a:r>
              <a:t>Elevating the Talent Acquisition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Time Reduction: Saves up to 70% of manual sourcing and pre-screening time.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Consistent Standard: Objective AI evaluation removes subjectivity from initial scans.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Privacy-First: Full support for local models via Ollama settings.</a:t>
            </a:r>
          </a:p>
          <a:p>
            <a:pPr>
              <a:spcBef>
                <a:spcPts val="1500"/>
              </a:spcBef>
              <a:spcAft>
                <a:spcPts val="500"/>
              </a:spcAft>
              <a:defRPr sz="2000">
                <a:solidFill>
                  <a:srgbClr val="0F172A"/>
                </a:solidFill>
              </a:defRPr>
            </a:pPr>
            <a:r>
              <a:t>•  Scalable Pipeline: Built to scale to thousands of resumes and active jobs.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